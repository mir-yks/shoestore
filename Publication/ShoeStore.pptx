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84" r:id="rId2"/>
    <p:sldId id="257" r:id="rId3"/>
    <p:sldId id="282" r:id="rId4"/>
    <p:sldId id="272" r:id="rId5"/>
    <p:sldId id="275" r:id="rId6"/>
    <p:sldId id="273" r:id="rId7"/>
    <p:sldId id="274" r:id="rId8"/>
    <p:sldId id="276" r:id="rId9"/>
    <p:sldId id="277" r:id="rId10"/>
    <p:sldId id="28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419C"/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-1698" y="-8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УП. 02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Магазин обуви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6425014"/>
              </p:ext>
            </p:extLst>
          </p:nvPr>
        </p:nvGraphicFramePr>
        <p:xfrm>
          <a:off x="7383166" y="4673474"/>
          <a:ext cx="915223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517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4391717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err="1" smtClean="0"/>
                        <a:t>Мудров</a:t>
                      </a:r>
                      <a:r>
                        <a:rPr lang="ru-RU" baseline="0" dirty="0" smtClean="0"/>
                        <a:t> Максим  Андреевич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Обзор проекта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>
              <a:buNone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ShoeStore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это мобильное Android-приложение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маркетплейса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спортивной обуви. Оно построено на современных технологиях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работает с REST API для связи с сервером, использует декларативный интерфейс (типа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и четко разделяет код на слои по принципам чистой архитектуры.</a:t>
            </a:r>
          </a:p>
          <a:p>
            <a:pPr marL="0" indent="54000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Главный акцент в разработке — на качественной структуре кода, эффективном управлении состоянием экранов и стабильной работе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бэкендом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Android_logo_(2019-2023)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425315"/>
            <a:ext cx="6372225" cy="975747"/>
          </a:xfrm>
          <a:prstGeom prst="rect">
            <a:avLst/>
          </a:prstGeom>
        </p:spPr>
      </p:pic>
      <p:pic>
        <p:nvPicPr>
          <p:cNvPr id="7" name="Рисунок 6" descr="rests.400x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3962400"/>
            <a:ext cx="3048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Функциональная структура приложения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9" y="1351599"/>
            <a:ext cx="2253396" cy="4639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52700" y="1343025"/>
            <a:ext cx="2286282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19663" y="1338262"/>
            <a:ext cx="2239929" cy="463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00900" y="1323976"/>
            <a:ext cx="2231130" cy="4657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67864" y="1333501"/>
            <a:ext cx="2245538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Функциональная структура приложения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9" y="1481618"/>
            <a:ext cx="2214562" cy="4635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3917" y="1495425"/>
            <a:ext cx="2218584" cy="461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43464" y="1488283"/>
            <a:ext cx="2243135" cy="4651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8514" y="1485900"/>
            <a:ext cx="2230098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469438" y="1500188"/>
            <a:ext cx="2227261" cy="4663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Архитектурный подход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399"/>
            <a:ext cx="11515724" cy="5273675"/>
          </a:xfrm>
        </p:spPr>
        <p:txBody>
          <a:bodyPr>
            <a:normAutofit lnSpcReduction="10000"/>
          </a:bodyPr>
          <a:lstStyle/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приложении применяется архитектурный подход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MVVM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который хорошо сочетается с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соответствует рекомендациям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54000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Зачем используется MVVM</a:t>
            </a:r>
          </a:p>
          <a:p>
            <a:pPr marL="0" indent="54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Отделяет внешний вид экранов от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бизнес-логики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чтобы их можно было развивать независимо.</a:t>
            </a:r>
          </a:p>
          <a:p>
            <a:pPr marL="0" indent="54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Даёт единый центр управления состоянием интерфейса, что упрощает работу с данными.</a:t>
            </a:r>
          </a:p>
          <a:p>
            <a:pPr marL="0" indent="54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Делает проект проще в поддержке и добавлении новых функций за счёт понятной структуры.</a:t>
            </a:r>
          </a:p>
          <a:p>
            <a:pPr marL="0" indent="54000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Организация экранов</a:t>
            </a:r>
          </a:p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 каждого экрана есть своя собственная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поэтому компоненты меньше зависят друг от друга.</a:t>
            </a:r>
          </a:p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Такая изоляция позволяет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переиспользовать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логику и снижает риск побочных эффектов между экранами.</a:t>
            </a:r>
          </a:p>
        </p:txBody>
      </p:sp>
    </p:spTree>
    <p:extLst>
      <p:ext uri="{BB962C8B-B14F-4D97-AF65-F5344CB8AC3E}">
        <p14:creationId xmlns:p14="http://schemas.microsoft.com/office/powerpoint/2010/main" xmlns="" val="406036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 </a:t>
            </a:r>
            <a:r>
              <a:rPr lang="en-US" sz="4000" b="1" dirty="0" smtClean="0">
                <a:solidFill>
                  <a:schemeClr val="bg1"/>
                </a:solidFill>
              </a:rPr>
              <a:t>MVVM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>
              <a:buNone/>
            </a:pPr>
            <a:r>
              <a:rPr lang="ru-RU" b="1" dirty="0" smtClean="0"/>
              <a:t>Compose-экраны</a:t>
            </a:r>
            <a:r>
              <a:rPr lang="ru-RU" dirty="0" smtClean="0"/>
              <a:t> — это </a:t>
            </a:r>
            <a:r>
              <a:rPr lang="ru-RU" b="1" dirty="0" err="1" smtClean="0"/>
              <a:t>View</a:t>
            </a:r>
            <a:r>
              <a:rPr lang="ru-RU" dirty="0" smtClean="0"/>
              <a:t>: показывают UI и просто подписываются на состояния </a:t>
            </a:r>
            <a:r>
              <a:rPr lang="ru-RU" dirty="0" err="1" smtClean="0"/>
              <a:t>ViewModel</a:t>
            </a:r>
            <a:r>
              <a:rPr lang="ru-RU" dirty="0" smtClean="0"/>
              <a:t>, автоматически обновляясь при их изменении.</a:t>
            </a:r>
          </a:p>
          <a:p>
            <a:pPr marL="0" indent="540000">
              <a:buNone/>
            </a:pPr>
            <a:r>
              <a:rPr lang="ru-RU" b="1" dirty="0" err="1" smtClean="0"/>
              <a:t>ViewModel</a:t>
            </a:r>
            <a:r>
              <a:rPr lang="ru-RU" dirty="0" smtClean="0"/>
              <a:t> обрабатывает действия пользователя, собирает UI‑состояние и обращается к сетевому слою.</a:t>
            </a:r>
          </a:p>
          <a:p>
            <a:pPr marL="0" indent="540000">
              <a:buNone/>
            </a:pPr>
            <a:r>
              <a:rPr lang="ru-RU" b="1" dirty="0" smtClean="0"/>
              <a:t>Сетевой/Repository‑слой</a:t>
            </a:r>
            <a:r>
              <a:rPr lang="ru-RU" dirty="0" smtClean="0"/>
              <a:t> скрывает работу с API и отдаёт </a:t>
            </a:r>
            <a:r>
              <a:rPr lang="ru-RU" dirty="0" err="1" smtClean="0"/>
              <a:t>ViewModel</a:t>
            </a:r>
            <a:r>
              <a:rPr lang="ru-RU" dirty="0" smtClean="0"/>
              <a:t> уже подготовленные данные, без деталей сетевых запросов.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44349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Диаграмма вариантов использования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7" name="Содержимое 6" descr="Диаграмма использования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9499" y="1406683"/>
            <a:ext cx="4693265" cy="5136992"/>
          </a:xfrm>
        </p:spPr>
      </p:pic>
    </p:spTree>
    <p:extLst>
      <p:ext uri="{BB962C8B-B14F-4D97-AF65-F5344CB8AC3E}">
        <p14:creationId xmlns:p14="http://schemas.microsoft.com/office/powerpoint/2010/main" xmlns="" val="210575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</a:t>
            </a:r>
            <a:r>
              <a:rPr lang="ru-RU" sz="4000" dirty="0" smtClean="0"/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пользовательского интерфейса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>
              <a:buNone/>
            </a:pPr>
            <a:r>
              <a:rPr lang="en-US" sz="2400" b="1" dirty="0" smtClean="0"/>
              <a:t>MVVM</a:t>
            </a:r>
            <a:r>
              <a:rPr lang="en-US" sz="2400" dirty="0" smtClean="0"/>
              <a:t> </a:t>
            </a:r>
            <a:r>
              <a:rPr lang="ru-RU" sz="2400" dirty="0" smtClean="0"/>
              <a:t>в приложении:</a:t>
            </a:r>
          </a:p>
          <a:p>
            <a:pPr marL="0" indent="540000" algn="just">
              <a:buNone/>
            </a:pPr>
            <a:r>
              <a:rPr lang="en-US" sz="2400" b="1" dirty="0" smtClean="0"/>
              <a:t>Compose-</a:t>
            </a:r>
            <a:r>
              <a:rPr lang="ru-RU" sz="2400" b="1" dirty="0" smtClean="0"/>
              <a:t>экраны</a:t>
            </a:r>
            <a:r>
              <a:rPr lang="ru-RU" sz="2400" dirty="0" smtClean="0"/>
              <a:t> (</a:t>
            </a:r>
            <a:r>
              <a:rPr lang="en-US" sz="2400" b="1" dirty="0" smtClean="0"/>
              <a:t>View</a:t>
            </a:r>
            <a:r>
              <a:rPr lang="en-US" sz="2400" dirty="0" smtClean="0"/>
              <a:t>): </a:t>
            </a:r>
            <a:r>
              <a:rPr lang="ru-RU" sz="2400" dirty="0" smtClean="0"/>
              <a:t>Только </a:t>
            </a:r>
            <a:r>
              <a:rPr lang="en-US" sz="2400" dirty="0" smtClean="0"/>
              <a:t>UI + </a:t>
            </a:r>
            <a:r>
              <a:rPr lang="en-US" sz="2400" dirty="0" err="1" smtClean="0"/>
              <a:t>collectAsState</a:t>
            </a:r>
            <a:r>
              <a:rPr lang="en-US" sz="2400" dirty="0" smtClean="0"/>
              <a:t>() </a:t>
            </a:r>
            <a:r>
              <a:rPr lang="ru-RU" sz="2400" dirty="0" smtClean="0"/>
              <a:t>на </a:t>
            </a:r>
            <a:r>
              <a:rPr lang="en-US" sz="2400" dirty="0" err="1" smtClean="0"/>
              <a:t>ViewModel</a:t>
            </a:r>
            <a:r>
              <a:rPr lang="en-US" sz="2400" dirty="0" smtClean="0"/>
              <a:t>. </a:t>
            </a:r>
            <a:r>
              <a:rPr lang="ru-RU" sz="2400" dirty="0" smtClean="0"/>
              <a:t>Без </a:t>
            </a:r>
            <a:r>
              <a:rPr lang="ru-RU" sz="2400" dirty="0" err="1" smtClean="0"/>
              <a:t>бизнес-логики</a:t>
            </a:r>
            <a:r>
              <a:rPr lang="ru-RU" sz="2400" dirty="0" smtClean="0"/>
              <a:t>.​</a:t>
            </a:r>
          </a:p>
          <a:p>
            <a:pPr marL="0" indent="540000" algn="just">
              <a:buNone/>
            </a:pPr>
            <a:r>
              <a:rPr lang="en-US" sz="2400" b="1" dirty="0" err="1" smtClean="0"/>
              <a:t>ViewModel</a:t>
            </a:r>
            <a:r>
              <a:rPr lang="en-US" sz="2400" dirty="0" smtClean="0"/>
              <a:t>:</a:t>
            </a:r>
          </a:p>
          <a:p>
            <a:pPr marL="542925" indent="533400" algn="just"/>
            <a:r>
              <a:rPr lang="ru-RU" sz="2400" dirty="0" smtClean="0"/>
              <a:t>Обрабатывает клики</a:t>
            </a:r>
          </a:p>
          <a:p>
            <a:pPr marL="542925" indent="533400" algn="just"/>
            <a:r>
              <a:rPr lang="ru-RU" sz="2400" dirty="0" smtClean="0"/>
              <a:t>Управляет </a:t>
            </a:r>
            <a:r>
              <a:rPr lang="en-US" sz="2400" dirty="0" err="1" smtClean="0"/>
              <a:t>StateFlow</a:t>
            </a:r>
            <a:r>
              <a:rPr lang="en-US" sz="2400" dirty="0" smtClean="0"/>
              <a:t> (loading/error/data)</a:t>
            </a:r>
          </a:p>
          <a:p>
            <a:pPr marL="542925" indent="533400" algn="just"/>
            <a:r>
              <a:rPr lang="ru-RU" sz="2400" dirty="0" smtClean="0"/>
              <a:t>Вызывает </a:t>
            </a:r>
            <a:r>
              <a:rPr lang="en-US" sz="2400" dirty="0" smtClean="0"/>
              <a:t>API​</a:t>
            </a:r>
          </a:p>
          <a:p>
            <a:pPr marL="0" indent="540000" algn="just">
              <a:buNone/>
            </a:pPr>
            <a:r>
              <a:rPr lang="en-US" sz="2400" b="1" dirty="0" err="1" smtClean="0"/>
              <a:t>RetrofitInstance</a:t>
            </a:r>
            <a:r>
              <a:rPr lang="en-US" sz="2400" dirty="0" smtClean="0"/>
              <a:t>: </a:t>
            </a:r>
            <a:r>
              <a:rPr lang="ru-RU" sz="2400" dirty="0" smtClean="0"/>
              <a:t>Скрывает сеть, дает готовые данные.​</a:t>
            </a:r>
          </a:p>
          <a:p>
            <a:pPr marL="0" indent="540000" algn="just">
              <a:buNone/>
            </a:pPr>
            <a:r>
              <a:rPr lang="ru-RU" sz="2400" b="1" dirty="0" smtClean="0"/>
              <a:t>Поток</a:t>
            </a:r>
            <a:r>
              <a:rPr lang="ru-RU" sz="2400" dirty="0" smtClean="0"/>
              <a:t>: Экран → </a:t>
            </a:r>
            <a:r>
              <a:rPr lang="en-US" sz="2400" dirty="0" err="1" smtClean="0"/>
              <a:t>ViewModel</a:t>
            </a:r>
            <a:r>
              <a:rPr lang="en-US" sz="2400" dirty="0" smtClean="0"/>
              <a:t> → API → UI </a:t>
            </a:r>
            <a:r>
              <a:rPr lang="ru-RU" sz="2400" dirty="0" smtClean="0"/>
              <a:t>обновление.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  <p:sp>
        <p:nvSpPr>
          <p:cNvPr id="10242" name="AutoShape 2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4" name="AutoShape 4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6" name="AutoShape 6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8" name="AutoShape 8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0" name="AutoShape 10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2" name="AutoShape 12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528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68747470733a2f2f6d69726f2e6d656469756d2e636f6d2f76322f726573697a653a6669743a313430302f312a706e537a6d464a52434a7a745337746b534a585975512e6a706567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3919537"/>
            <a:ext cx="3629025" cy="8760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Сетевое взаимодействие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 algn="just">
              <a:buNone/>
            </a:pPr>
            <a:r>
              <a:rPr lang="ru-RU" sz="2400" dirty="0" smtClean="0"/>
              <a:t>Используется</a:t>
            </a:r>
            <a:r>
              <a:rPr lang="ru-RU" sz="2400" dirty="0" smtClean="0"/>
              <a:t> стек для сети: </a:t>
            </a:r>
            <a:r>
              <a:rPr lang="en-US" sz="2400" b="1" dirty="0" smtClean="0"/>
              <a:t>Retrofit</a:t>
            </a:r>
            <a:r>
              <a:rPr lang="en-US" sz="2400" dirty="0" smtClean="0"/>
              <a:t> </a:t>
            </a:r>
            <a:r>
              <a:rPr lang="en-US" sz="2400" b="1" dirty="0" smtClean="0"/>
              <a:t>2</a:t>
            </a:r>
            <a:r>
              <a:rPr lang="en-US" sz="2400" dirty="0" smtClean="0"/>
              <a:t> + </a:t>
            </a:r>
            <a:r>
              <a:rPr lang="en-US" sz="2400" b="1" dirty="0" err="1" smtClean="0"/>
              <a:t>OkHttp</a:t>
            </a:r>
            <a:r>
              <a:rPr lang="en-US" sz="2400" dirty="0" smtClean="0"/>
              <a:t> + </a:t>
            </a:r>
            <a:r>
              <a:rPr lang="en-US" sz="2400" b="1" dirty="0" err="1" smtClean="0"/>
              <a:t>Supabase</a:t>
            </a:r>
            <a:r>
              <a:rPr lang="en-US" sz="2400" dirty="0" smtClean="0"/>
              <a:t> + </a:t>
            </a:r>
            <a:r>
              <a:rPr lang="en-US" sz="2400" b="1" dirty="0" err="1" smtClean="0"/>
              <a:t>Gson</a:t>
            </a:r>
            <a:r>
              <a:rPr lang="en-US" sz="2400" dirty="0" smtClean="0"/>
              <a:t>.</a:t>
            </a:r>
          </a:p>
          <a:p>
            <a:pPr marL="0" indent="540000" algn="just">
              <a:buNone/>
            </a:pPr>
            <a:r>
              <a:rPr lang="en-US" sz="2400" b="1" dirty="0" smtClean="0"/>
              <a:t>Retrofit</a:t>
            </a:r>
            <a:r>
              <a:rPr lang="en-US" sz="2400" dirty="0" smtClean="0"/>
              <a:t> </a:t>
            </a:r>
            <a:r>
              <a:rPr lang="ru-RU" sz="2400" dirty="0" smtClean="0"/>
              <a:t>задаёт </a:t>
            </a:r>
            <a:r>
              <a:rPr lang="en-US" sz="2400" dirty="0" smtClean="0"/>
              <a:t>REST-</a:t>
            </a:r>
            <a:r>
              <a:rPr lang="ru-RU" sz="2400" dirty="0" smtClean="0"/>
              <a:t>интерфейсы и сразу </a:t>
            </a:r>
            <a:r>
              <a:rPr lang="ru-RU" sz="2400" dirty="0" err="1" smtClean="0"/>
              <a:t>парсит</a:t>
            </a:r>
            <a:r>
              <a:rPr lang="ru-RU" sz="2400" dirty="0" smtClean="0"/>
              <a:t> ответы сервера в </a:t>
            </a:r>
            <a:r>
              <a:rPr lang="en-US" sz="2400" dirty="0" err="1" smtClean="0"/>
              <a:t>Kotlin</a:t>
            </a:r>
            <a:r>
              <a:rPr lang="en-US" sz="2400" dirty="0" smtClean="0"/>
              <a:t>-</a:t>
            </a:r>
            <a:r>
              <a:rPr lang="ru-RU" sz="2400" dirty="0" smtClean="0"/>
              <a:t>модели.</a:t>
            </a:r>
          </a:p>
          <a:p>
            <a:pPr marL="0" indent="540000" algn="just">
              <a:buNone/>
            </a:pPr>
            <a:r>
              <a:rPr lang="en-US" sz="2400" b="1" dirty="0" err="1" smtClean="0"/>
              <a:t>OkHttp</a:t>
            </a:r>
            <a:r>
              <a:rPr lang="en-US" sz="2400" dirty="0" smtClean="0"/>
              <a:t> </a:t>
            </a:r>
            <a:r>
              <a:rPr lang="ru-RU" sz="2400" dirty="0" smtClean="0"/>
              <a:t>выполняет сами </a:t>
            </a:r>
            <a:r>
              <a:rPr lang="en-US" sz="2400" dirty="0" smtClean="0"/>
              <a:t>HTTP-</a:t>
            </a:r>
            <a:r>
              <a:rPr lang="ru-RU" sz="2400" dirty="0" smtClean="0"/>
              <a:t>запросы и управляет подключениями.</a:t>
            </a:r>
          </a:p>
          <a:p>
            <a:pPr marL="0" indent="540000" algn="just">
              <a:buNone/>
            </a:pPr>
            <a:r>
              <a:rPr lang="ru-RU" sz="2400" dirty="0" smtClean="0"/>
              <a:t>На </a:t>
            </a:r>
            <a:r>
              <a:rPr lang="ru-RU" sz="2400" dirty="0" err="1" smtClean="0"/>
              <a:t>бэкенде</a:t>
            </a:r>
            <a:r>
              <a:rPr lang="ru-RU" sz="2400" dirty="0" smtClean="0"/>
              <a:t> — </a:t>
            </a:r>
            <a:r>
              <a:rPr lang="en-US" sz="2400" b="1" dirty="0" err="1" smtClean="0"/>
              <a:t>Supabase</a:t>
            </a:r>
            <a:r>
              <a:rPr lang="en-US" sz="2400" b="1" dirty="0" smtClean="0"/>
              <a:t> REST API</a:t>
            </a:r>
            <a:r>
              <a:rPr lang="en-US" sz="2400" dirty="0" smtClean="0"/>
              <a:t>, </a:t>
            </a:r>
            <a:r>
              <a:rPr lang="ru-RU" sz="2400" dirty="0" smtClean="0"/>
              <a:t>отдающий данные о товарах и категориях.</a:t>
            </a:r>
          </a:p>
          <a:p>
            <a:pPr marL="0" indent="540000" algn="just">
              <a:buNone/>
            </a:pPr>
            <a:r>
              <a:rPr lang="ru-RU" sz="2400" dirty="0" smtClean="0"/>
              <a:t>Для преобразования </a:t>
            </a:r>
            <a:r>
              <a:rPr lang="en-US" sz="2400" b="1" dirty="0" smtClean="0"/>
              <a:t>JSON</a:t>
            </a:r>
            <a:r>
              <a:rPr lang="en-US" sz="2400" dirty="0" smtClean="0"/>
              <a:t> ↔ </a:t>
            </a:r>
            <a:r>
              <a:rPr lang="en-US" sz="2400" dirty="0" err="1" smtClean="0"/>
              <a:t>Kotlin</a:t>
            </a:r>
            <a:r>
              <a:rPr lang="en-US" sz="2400" dirty="0" smtClean="0"/>
              <a:t>-</a:t>
            </a:r>
            <a:r>
              <a:rPr lang="ru-RU" sz="2400" dirty="0" smtClean="0"/>
              <a:t>объекты применяется </a:t>
            </a:r>
            <a:r>
              <a:rPr lang="en-US" sz="2400" dirty="0" err="1" smtClean="0"/>
              <a:t>Gson</a:t>
            </a:r>
            <a:r>
              <a:rPr lang="en-US" sz="2400" dirty="0" smtClean="0"/>
              <a:t>.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  <p:pic>
        <p:nvPicPr>
          <p:cNvPr id="7" name="Рисунок 6" descr="okhttp-1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49" y="3733801"/>
            <a:ext cx="2590800" cy="1619250"/>
          </a:xfrm>
          <a:prstGeom prst="rect">
            <a:avLst/>
          </a:prstGeom>
        </p:spPr>
      </p:pic>
      <p:pic>
        <p:nvPicPr>
          <p:cNvPr id="8" name="Рисунок 7" descr="Retrofit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055" y="5175505"/>
            <a:ext cx="3979545" cy="56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6635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УП. 02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Магазин обуви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6425014"/>
              </p:ext>
            </p:extLst>
          </p:nvPr>
        </p:nvGraphicFramePr>
        <p:xfrm>
          <a:off x="7383166" y="4673474"/>
          <a:ext cx="915223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517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4391717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err="1" smtClean="0"/>
                        <a:t>Мудров</a:t>
                      </a:r>
                      <a:r>
                        <a:rPr lang="ru-RU" baseline="0" dirty="0" smtClean="0"/>
                        <a:t> Максим  Андреевич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</TotalTime>
  <Words>157</Words>
  <Application>Microsoft Office PowerPoint</Application>
  <PresentationFormat>Произвольный</PresentationFormat>
  <Paragraphs>56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УП. 02</vt:lpstr>
      <vt:lpstr>Обзор проекта</vt:lpstr>
      <vt:lpstr>Функциональная структура приложения</vt:lpstr>
      <vt:lpstr>Функциональная структура приложения</vt:lpstr>
      <vt:lpstr>Архитектурный подход</vt:lpstr>
      <vt:lpstr>Реализация MVVM</vt:lpstr>
      <vt:lpstr>Диаграмма вариантов использования</vt:lpstr>
      <vt:lpstr>Реализация пользовательского интерфейса</vt:lpstr>
      <vt:lpstr>Сетевое взаимодействие</vt:lpstr>
      <vt:lpstr>УП. 02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android242</cp:lastModifiedBy>
  <cp:revision>57</cp:revision>
  <dcterms:created xsi:type="dcterms:W3CDTF">2022-06-15T10:15:27Z</dcterms:created>
  <dcterms:modified xsi:type="dcterms:W3CDTF">2025-12-20T05:47:07Z</dcterms:modified>
</cp:coreProperties>
</file>